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3.jpg" ContentType="image/jpg"/>
  <Override PartName="/ppt/media/image4.jpg" ContentType="image/jpg"/>
  <Override PartName="/ppt/media/image5.jpg" ContentType="image/jpg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/>
  <p:sldSz cx="12192000" cy="6858000"/>
  <p:notesSz cx="12192000" cy="6858000"/>
  <p:defaultTextStyle>
    <a:defPPr>
      <a:defRPr kern="0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8" d="100"/>
          <a:sy n="78" d="100"/>
        </p:scale>
        <p:origin x="-1536" y="-84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viewProps" Target="viewProps.xml"/><Relationship Id="rId4" Type="http://schemas.openxmlformats.org/officeDocument/2006/relationships/presProps" Target="presProps.xml"/><Relationship Id="rId5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4.jpg"/><Relationship Id="rId3" Type="http://schemas.openxmlformats.org/officeDocument/2006/relationships/image" Target="../media/image5.jpg"/><Relationship Id="rId4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84380" cy="6858000"/>
          </a:xfrm>
          <a:custGeom>
            <a:avLst/>
            <a:gdLst/>
            <a:ahLst/>
            <a:cxnLst/>
            <a:rect l="l" t="t" r="r" b="b"/>
            <a:pathLst>
              <a:path w="12184380" h="6858000">
                <a:moveTo>
                  <a:pt x="0" y="6858000"/>
                </a:moveTo>
                <a:lnTo>
                  <a:pt x="12184380" y="6858000"/>
                </a:lnTo>
                <a:lnTo>
                  <a:pt x="12184380" y="0"/>
                </a:lnTo>
                <a:lnTo>
                  <a:pt x="0" y="0"/>
                </a:lnTo>
                <a:lnTo>
                  <a:pt x="0" y="6858000"/>
                </a:lnTo>
                <a:close/>
              </a:path>
            </a:pathLst>
          </a:custGeom>
          <a:ln w="6350">
            <a:solidFill>
              <a:srgbClr val="44536A"/>
            </a:solidFill>
          </a:ln>
        </p:spPr>
        <p:txBody>
          <a:bodyPr wrap="square" lIns="0" tIns="0" rIns="0" bIns="0" rtlCol="0"/>
          <a:lstStyle/>
          <a:p/>
        </p:txBody>
      </p:sp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5507228" y="2949955"/>
            <a:ext cx="6486525" cy="28155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idx="2" sz="half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idx="3" sz="half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6" name="Holder 6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7" name="Holder 7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 showMasterSp="0">
  <p:cSld name="Title Only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5495543" y="3549395"/>
            <a:ext cx="6696456" cy="60959"/>
          </a:xfrm>
          <a:prstGeom prst="rect">
            <a:avLst/>
          </a:prstGeom>
        </p:spPr>
      </p:pic>
      <p:pic>
        <p:nvPicPr>
          <p:cNvPr id="17" name="bg object 1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3412235"/>
            <a:ext cx="12176759" cy="3444238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709859" y="948798"/>
            <a:ext cx="1861452" cy="63441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5" name="Holder 5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type="obj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idx="5" sz="quarter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dt" idx="6" sz="half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4" name="Holder 4"/>
          <p:cNvSpPr>
            <a:spLocks noGrp="1"/>
          </p:cNvSpPr>
          <p:nvPr>
            <p:ph type="sldNum" idx="7" sz="quarter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7" Type="http://schemas.openxmlformats.org/officeDocument/2006/relationships/image" Target="../media/image1.png"/><Relationship Id="rId8" Type="http://schemas.openxmlformats.org/officeDocument/2006/relationships/image" Target="../media/image2.png"/><Relationship Id="rId9" Type="http://schemas.openxmlformats.org/officeDocument/2006/relationships/image" Target="../media/image3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11996927" y="6379464"/>
            <a:ext cx="195072" cy="397761"/>
          </a:xfrm>
          <a:prstGeom prst="rect">
            <a:avLst/>
          </a:prstGeom>
        </p:spPr>
      </p:pic>
      <p:sp>
        <p:nvSpPr>
          <p:cNvPr id="17" name="bg object 17"/>
          <p:cNvSpPr/>
          <p:nvPr/>
        </p:nvSpPr>
        <p:spPr>
          <a:xfrm>
            <a:off x="11893295" y="6579108"/>
            <a:ext cx="78740" cy="0"/>
          </a:xfrm>
          <a:custGeom>
            <a:avLst/>
            <a:gdLst/>
            <a:ahLst/>
            <a:cxnLst/>
            <a:rect l="l" t="t" r="r" b="b"/>
            <a:pathLst>
              <a:path w="78740" h="0">
                <a:moveTo>
                  <a:pt x="0" y="0"/>
                </a:moveTo>
                <a:lnTo>
                  <a:pt x="78485" y="0"/>
                </a:lnTo>
              </a:path>
            </a:pathLst>
          </a:custGeom>
          <a:ln w="3175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18" name="bg object 18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10966704" y="264536"/>
            <a:ext cx="1004316" cy="353076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391668" y="807719"/>
            <a:ext cx="10744200" cy="0"/>
          </a:xfrm>
          <a:custGeom>
            <a:avLst/>
            <a:gdLst/>
            <a:ahLst/>
            <a:cxnLst/>
            <a:rect l="l" t="t" r="r" b="b"/>
            <a:pathLst>
              <a:path w="10744200" h="0">
                <a:moveTo>
                  <a:pt x="0" y="0"/>
                </a:moveTo>
                <a:lnTo>
                  <a:pt x="10744200" y="0"/>
                </a:lnTo>
              </a:path>
            </a:pathLst>
          </a:custGeom>
          <a:ln w="6350">
            <a:solidFill>
              <a:srgbClr val="A6A6A6"/>
            </a:solidFill>
          </a:ln>
        </p:spPr>
        <p:txBody>
          <a:bodyPr wrap="square" lIns="0" tIns="0" rIns="0" bIns="0" rtlCol="0"/>
          <a:lstStyle/>
          <a:p/>
        </p:txBody>
      </p:sp>
      <p:pic>
        <p:nvPicPr>
          <p:cNvPr id="20" name="bg object 20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391668" y="746759"/>
            <a:ext cx="7306056" cy="60960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85368" y="351281"/>
            <a:ext cx="8119109" cy="3606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000" b="0" i="0">
                <a:solidFill>
                  <a:srgbClr val="001F5F"/>
                </a:solidFill>
                <a:latin typeface="Calibri"/>
                <a:cs typeface="Calibri"/>
              </a:defRPr>
            </a:lvl1pPr>
          </a:lstStyle>
          <a:p/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97256" y="1209928"/>
            <a:ext cx="10593070" cy="30670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/>
        </p:txBody>
      </p:sp>
      <p:sp>
        <p:nvSpPr>
          <p:cNvPr id="4" name="Holder 4"/>
          <p:cNvSpPr>
            <a:spLocks noGrp="1"/>
          </p:cNvSpPr>
          <p:nvPr>
            <p:ph type="ftr" idx="5" sz="quarter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/>
        </p:txBody>
      </p:sp>
      <p:sp>
        <p:nvSpPr>
          <p:cNvPr id="5" name="Holder 5"/>
          <p:cNvSpPr>
            <a:spLocks noGrp="1"/>
          </p:cNvSpPr>
          <p:nvPr>
            <p:ph type="dt" idx="6" sz="half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</a:fld>
          </a:p>
        </p:txBody>
      </p:sp>
      <p:sp>
        <p:nvSpPr>
          <p:cNvPr id="6" name="Holder 6"/>
          <p:cNvSpPr>
            <a:spLocks noGrp="1"/>
          </p:cNvSpPr>
          <p:nvPr>
            <p:ph type="sldNum" idx="7" sz="quarter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#</a:t>
            </a:fld>
          </a:p>
        </p:txBody>
      </p:sp>
    </p:spTree>
  </p:cSld>
  <p:clrMap folHlink="folHlink" hlink="hlink" accent1="accent1" accent2="accent2" accent3="accent3" accent4="accent4" accent5="accent5" accent6="accent6" tx2="dk2" bg2="lt2" tx1="dk1" bg1="lt1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0</TotalTime>
  <Application>Microsoft Office PowerPoint</Application>
  <PresentationFormat>On-screen Show (4:3)</PresentationFormat>
  <ScaleCrop>false</ScaleCrop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Sankit Shah</dc:creator>
  <dc:title>PowerPoint Presentation</dc:title>
  <dcterms:created xsi:type="dcterms:W3CDTF">2026-08-23T07:07:14Z</dcterms:created>
  <dcterms:modified xsi:type="dcterms:W3CDTF">2026-08-23T07:07:14Z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verter">
    <vt:lpwstr>SolidFramework v10.0.19910.1</vt:lpwstr>
  </property>
  <property fmtid="{D5CDD505-2E9C-101B-9397-08002B2CF9AE}" pid="3" name="Created">
    <vt:filetime>2023-02-27T00:00:00Z</vt:filetime>
  </property>
  <property fmtid="{D5CDD505-2E9C-101B-9397-08002B2CF9AE}" pid="4" name="Creator">
    <vt:lpwstr>Microsoft® PowerPoint® for Microsoft 365</vt:lpwstr>
  </property>
  <property fmtid="{D5CDD505-2E9C-101B-9397-08002B2CF9AE}" pid="5" name="LastSaved">
    <vt:filetime>2026-08-23T00:00:00Z</vt:filetime>
  </property>
  <property fmtid="{D5CDD505-2E9C-101B-9397-08002B2CF9AE}" pid="6" name="Producer">
    <vt:lpwstr>Microsoft® PowerPoint® for Microsoft 365</vt:lpwstr>
  </property>
</Properties>
</file>