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3.jpg" ContentType="image/jpg"/>
  <Override PartName="/ppt/media/image4.jpg" ContentType="image/jpg"/>
  <Override PartName="/ppt/media/image5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9" r:id="rId9"/>
    <p:sldId id="260" r:id="rId8"/>
    <p:sldId id="261" r:id="rId7"/>
    <p:sldId id="262" r:id="rId10"/>
    <p:sldId id="263" r:id="rId11"/>
    <p:sldId id="264" r:id="rId12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84380" cy="6858000"/>
          </a:xfrm>
          <a:custGeom>
            <a:avLst/>
            <a:gdLst/>
            <a:ahLst/>
            <a:cxnLst/>
            <a:rect l="l" t="t" r="r" b="b"/>
            <a:pathLst>
              <a:path w="12184380" h="6858000">
                <a:moveTo>
                  <a:pt x="0" y="6858000"/>
                </a:moveTo>
                <a:lnTo>
                  <a:pt x="12184380" y="6858000"/>
                </a:lnTo>
                <a:lnTo>
                  <a:pt x="1218438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ln w="6350">
            <a:solidFill>
              <a:srgbClr val="44536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507228" y="2949955"/>
            <a:ext cx="6486525" cy="28155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95543" y="3549395"/>
            <a:ext cx="6696456" cy="6095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3412235"/>
            <a:ext cx="12176759" cy="3444238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9859" y="948798"/>
            <a:ext cx="1861452" cy="63441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996927" y="6379464"/>
            <a:ext cx="195072" cy="397761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1893295" y="6579108"/>
            <a:ext cx="78740" cy="0"/>
          </a:xfrm>
          <a:custGeom>
            <a:avLst/>
            <a:gdLst/>
            <a:ahLst/>
            <a:cxnLst/>
            <a:rect l="l" t="t" r="r" b="b"/>
            <a:pathLst>
              <a:path w="78740" h="0">
                <a:moveTo>
                  <a:pt x="0" y="0"/>
                </a:moveTo>
                <a:lnTo>
                  <a:pt x="78485" y="0"/>
                </a:lnTo>
              </a:path>
            </a:pathLst>
          </a:custGeom>
          <a:ln w="3175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966704" y="264536"/>
            <a:ext cx="1004316" cy="353076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391668" y="807719"/>
            <a:ext cx="10744200" cy="0"/>
          </a:xfrm>
          <a:custGeom>
            <a:avLst/>
            <a:gdLst/>
            <a:ahLst/>
            <a:cxnLst/>
            <a:rect l="l" t="t" r="r" b="b"/>
            <a:pathLst>
              <a:path w="10744200" h="0">
                <a:moveTo>
                  <a:pt x="0" y="0"/>
                </a:moveTo>
                <a:lnTo>
                  <a:pt x="10744200" y="0"/>
                </a:lnTo>
              </a:path>
            </a:pathLst>
          </a:custGeom>
          <a:ln w="6350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0" name="bg object 2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91668" y="746759"/>
            <a:ext cx="7306056" cy="6096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5368" y="351281"/>
            <a:ext cx="8119109" cy="360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97256" y="1209928"/>
            <a:ext cx="10593070" cy="3067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6551" y="548640"/>
              <a:ext cx="1342644" cy="539496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7217791" y="2113026"/>
            <a:ext cx="45967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r>
              <a:t>August 2026 – Automation Performance Review (Monthly)</a:t>
            </a:r>
          </a:p>
        </p:txBody>
      </p:sp>
      <p:sp>
        <p:nvSpPr>
          <p:cNvPr id="6" name="object 6" descr="$PPTXTitle"/>
          <p:cNvSpPr txBox="1"/>
          <p:nvPr/>
        </p:nvSpPr>
        <p:spPr>
          <a:xfrm>
            <a:off x="9784206" y="1377188"/>
            <a:ext cx="2101850" cy="4222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r>
              <a:t>Adani Portfolio Automation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Execution Volume Trend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Performing Bots (Hours Saved)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Performing Bots (Hours Saved)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Newly Deployed Bots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ROI &amp; FTE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Total Hours Saved in Period: 0 Hours</a:t>
            </a:r>
            <a:br/>
          </a:p>
          <a:p>
            <a:pPr>
              <a:defRPr sz="2400" b="1"/>
            </a:pPr>
            <a:r>
              <a:t>Full-Time Equivalents (FTEs) Saved: 0.0 FTEs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Attention Required: Top Exceptions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Sankit Shah</dc:creator>
  <dc:title>PowerPoint Presentation</dc:title>
  <dcterms:created xsi:type="dcterms:W3CDTF">2026-08-23T07:07:14Z</dcterms:created>
  <dcterms:modified xsi:type="dcterms:W3CDTF">2026-08-23T07:07:14Z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2023-02-27T00:00:00Z</vt:filetime>
  </property>
  <property fmtid="{D5CDD505-2E9C-101B-9397-08002B2CF9AE}" pid="4" name="Creator">
    <vt:lpwstr>Microsoft® PowerPoint® for Microsoft 365</vt:lpwstr>
  </property>
  <property fmtid="{D5CDD505-2E9C-101B-9397-08002B2CF9AE}" pid="5" name="LastSaved">
    <vt:filetime>2026-08-23T00:00:00Z</vt:filetime>
  </property>
  <property fmtid="{D5CDD505-2E9C-101B-9397-08002B2CF9AE}" pid="6" name="Producer">
    <vt:lpwstr>Microsoft® PowerPoint® for Microsoft 365</vt:lpwstr>
  </property>
</Properties>
</file>