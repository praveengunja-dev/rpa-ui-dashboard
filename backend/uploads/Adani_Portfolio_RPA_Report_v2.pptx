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jpg" ContentType="image/jpg"/>
  <Override PartName="/ppt/media/image4.jpg" ContentType="image/jpg"/>
  <Override PartName="/ppt/media/image5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9" r:id="rId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9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84380" cy="6858000"/>
          </a:xfrm>
          <a:custGeom>
            <a:avLst/>
            <a:gdLst/>
            <a:ahLst/>
            <a:cxnLst/>
            <a:rect l="l" t="t" r="r" b="b"/>
            <a:pathLst>
              <a:path w="12184380" h="6858000">
                <a:moveTo>
                  <a:pt x="0" y="6858000"/>
                </a:moveTo>
                <a:lnTo>
                  <a:pt x="12184380" y="6858000"/>
                </a:lnTo>
                <a:lnTo>
                  <a:pt x="121843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6350">
            <a:solidFill>
              <a:srgbClr val="4453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07228" y="2949955"/>
            <a:ext cx="6486525" cy="2815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5543" y="3549395"/>
            <a:ext cx="6696456" cy="6095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412235"/>
            <a:ext cx="12176759" cy="344423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9859" y="948798"/>
            <a:ext cx="1861452" cy="6344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996927" y="6379464"/>
            <a:ext cx="195072" cy="39776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893295" y="6579108"/>
            <a:ext cx="78740" cy="0"/>
          </a:xfrm>
          <a:custGeom>
            <a:avLst/>
            <a:gdLst/>
            <a:ahLst/>
            <a:cxnLst/>
            <a:rect l="l" t="t" r="r" b="b"/>
            <a:pathLst>
              <a:path w="78740" h="0">
                <a:moveTo>
                  <a:pt x="0" y="0"/>
                </a:moveTo>
                <a:lnTo>
                  <a:pt x="78485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66704" y="264536"/>
            <a:ext cx="1004316" cy="35307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391668" y="807719"/>
            <a:ext cx="10744200" cy="0"/>
          </a:xfrm>
          <a:custGeom>
            <a:avLst/>
            <a:gdLst/>
            <a:ahLst/>
            <a:cxnLst/>
            <a:rect l="l" t="t" r="r" b="b"/>
            <a:pathLst>
              <a:path w="10744200" h="0">
                <a:moveTo>
                  <a:pt x="0" y="0"/>
                </a:moveTo>
                <a:lnTo>
                  <a:pt x="10744200" y="0"/>
                </a:lnTo>
              </a:path>
            </a:pathLst>
          </a:custGeom>
          <a:ln w="635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1668" y="746759"/>
            <a:ext cx="7306056" cy="609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5368" y="351281"/>
            <a:ext cx="8119109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7256" y="1209928"/>
            <a:ext cx="10593070" cy="3067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6551" y="548640"/>
              <a:ext cx="1342644" cy="53949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217791" y="2113026"/>
            <a:ext cx="45967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r>
              <a:t>August 2026 – Automation Performance Review</a:t>
            </a:r>
          </a:p>
        </p:txBody>
      </p:sp>
      <p:sp>
        <p:nvSpPr>
          <p:cNvPr id="6" name="object 6" descr="$PPTXTitle"/>
          <p:cNvSpPr txBox="1"/>
          <p:nvPr/>
        </p:nvSpPr>
        <p:spPr>
          <a:xfrm>
            <a:off x="9784206" y="1377188"/>
            <a:ext cx="2101850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r>
              <a:t>Adani Portfolio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r>
              <a:t>Executive Summary &amp; Department Performance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5239" y="1047369"/>
            <a:ext cx="9047480" cy="190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r>
              <a:t>• The automation portfolio registered strong, consistent execution with significant hours saved.</a:t>
            </a:r>
          </a:p>
          <a:p>
            <a:r>
              <a:t>• Infrastructure Bots achieved an impressive 99.2% Success Rate over 46,761 total executions.</a:t>
            </a:r>
          </a:p>
          <a:p>
            <a:r>
              <a:t>• Total Active Bots: 146</a:t>
            </a:r>
          </a:p>
          <a:p>
            <a:r>
              <a:t>• Total Hours Saved: 14,889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7677" y="6011976"/>
            <a:ext cx="950849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29006" y="2997454"/>
          <a:ext cx="8335009" cy="2814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36215"/>
                <a:gridCol w="1565275"/>
                <a:gridCol w="1621789"/>
                <a:gridCol w="1098550"/>
                <a:gridCol w="1222375"/>
              </a:tblGrid>
              <a:tr h="255904">
                <a:tc>
                  <a:txBody>
                    <a:bodyPr/>
                    <a:lstStyle/>
                    <a:p>
                      <a:r>
                        <a:t>Department</a:t>
                      </a: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Total Runs</a:t>
                      </a:r>
                    </a:p>
                  </a:txBody>
                  <a:tcPr marL="0" marR="0" marB="0" marT="2794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Success Rate</a:t>
                      </a:r>
                    </a:p>
                  </a:txBody>
                  <a:tcPr marL="0" marR="0" marB="0" marT="2794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Hours Saved</a:t>
                      </a:r>
                    </a:p>
                  </a:txBody>
                  <a:tcPr marL="0" marR="0" marB="0" marT="2794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>
                      <a:r>
                        <a:t>O&amp;M</a:t>
                      </a: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27,723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5,741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r>
                        <a:t>Digital</a:t>
                      </a: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3,364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98%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2,254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r>
                        <a:t>Finance</a:t>
                      </a: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1,254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98%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1,967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r>
                        <a:t>Power Scheduling &amp; Forecasting</a:t>
                      </a: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8,223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1,379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>
                      <a:r>
                        <a:t>Projects-SCM</a:t>
                      </a: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169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91%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1,232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r>
                        <a:t>Stores</a:t>
                      </a: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1,985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98%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1,000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/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/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/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/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1708383" y="6480454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3069B4"/>
                </a:solidFill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Sankit Shah</dc:creator>
  <dc:title>PowerPoint Presentation</dc:title>
  <dcterms:created xsi:type="dcterms:W3CDTF">2026-08-23T07:07:14Z</dcterms:created>
  <dcterms:modified xsi:type="dcterms:W3CDTF">2026-08-23T07:07:14Z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2023-02-27T00:00:00Z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2026-08-23T00:00:00Z</vt:filetime>
  </property>
  <property fmtid="{D5CDD505-2E9C-101B-9397-08002B2CF9AE}" pid="6" name="Producer">
    <vt:lpwstr>Microsoft® PowerPoint® for Microsoft 365</vt:lpwstr>
  </property>
</Properties>
</file>