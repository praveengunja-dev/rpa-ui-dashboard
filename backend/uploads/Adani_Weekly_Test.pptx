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  <p:sldId id="260" r:id="rId8"/>
    <p:sldId id="261" r:id="rId7"/>
    <p:sldId id="262" r:id="rId1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August 2026 – Automation Performance Review (Weekly)</a:t>
            </a: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r>
              <a:t>Adani Portfolio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Volume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Bots (Hours Saved)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Bots (Hours Saved)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Newly Deployed Bots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